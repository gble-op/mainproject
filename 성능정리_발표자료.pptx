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4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A1A1A"/>
                </a:solidFill>
                <a:latin typeface="맑은 고딕"/>
              </a:defRPr>
            </a:pPr>
            <a:r>
              <a:rPr lang="ko-KR" altLang="en-US" sz="1500" b="0" i="0" u="none" strike="noStrike">
                <a:solidFill>
                  <a:srgbClr val="1A1A1A"/>
                </a:solidFill>
                <a:latin typeface="맑은 고딕"/>
              </a:rPr>
              <a:t>단계별 정밀도와 재현율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정밀도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안전</c:v>
                </c:pt>
                <c:pt idx="1">
                  <c:v>위험</c:v>
                </c:pt>
                <c:pt idx="2">
                  <c:v>침수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0.998</c:v>
                </c:pt>
                <c:pt idx="1">
                  <c:v>0.85499999999999998</c:v>
                </c:pt>
                <c:pt idx="2">
                  <c:v>0.876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5F-4E00-BFC9-E552A0ADBF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재현율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안전</c:v>
                </c:pt>
                <c:pt idx="1">
                  <c:v>위험</c:v>
                </c:pt>
                <c:pt idx="2">
                  <c:v>침수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0.99399999999999999</c:v>
                </c:pt>
                <c:pt idx="1">
                  <c:v>0.90200000000000002</c:v>
                </c:pt>
                <c:pt idx="2">
                  <c:v>0.91700000000000004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5F-4E00-BFC9-E552A0ADBF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D8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83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모델의 성능 숫자와 그 숫자를 어떻게 쟀는지 정리한 자료입니다.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stratify를 쓴 이유를 물으면: 위험·침수 사례가 적어서 무작위로 나누면 평가용에 고위험 사례가 몇 건 안 들어갈 수 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영상은 1920x1080, 60fps, 전체 10분 중 앞 1분을 사용했습니다. 투표 조건은 글자 확신도 0.90 이상, 번호판 형식에 맞을 것, 번호판 가로 100픽셀 이상입니다.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성능 정리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지하차도 침수 위험 예측  ·  차량 번호판 인식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2026. 09. 23.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요약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모델 모두 평가용 데이터로 따로 채점했습니다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385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0.9874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61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침수 예측 정확도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9385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0.9844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761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글자 인식 정확도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9385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45대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761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1분간 번호 확정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97764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침수 예측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19,372행으로 학습 · 20%(3,875행)를 떼어 채점 · Macro F1 0.9232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글자 인식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96,139장으로 20 epoch 학습 · 평가용 데이터로 채점 · 글자 유사도 0.9977, 274fps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전체 흐름 (YOLO + PaddleOCR)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1920x1080 영상 1분 · 차 한 대당 약 60회 읽어 투표로 번호 확정 · 평균 확신도 0.993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침수 예측 · 데이터와 채점 방법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지하차도 31곳의 강수량과 구조 정보로 위험단계를 예측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19,372행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기록 6,412행 (재난문자·사고 기록)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합성 데이터 12,960행 (강우 시나리오 7종)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지하차도 31곳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분포: 안전 17,915 / 위험 915 / 침수 542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입력값 8가지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강수량, 직전 1시간, 최근 3·6·12·24시간 누적 강수량, 지하차도 높이, 길이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방법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231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20%(3,875행)를 학습에 쓰지 않고 따로 떼어둠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80%로 학습한 모델로 채점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stratify 옵션으로 세 단계 비율을 양쪽에 동일하게 맞춤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후 전체 데이터로 다시 학습해 서비스용 모델 저장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572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위험·침수 사례가 전체의 8%뿐이라, 비율을 맞추지 않으면 평가용에 고위험 사례가 거의 안 들어갑니다.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침수 예측 · 성능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평가용 3,875행으로 채점한 결과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928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0.9874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8928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0.9232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Macro F1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309360" y="155448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6118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위험한 실수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251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침수 108건 중 안전으로 잘못 본 것: 1건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위험 183건 중 안전으로 잘못 본 것: 6건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반대로 안전을 위험 이상으로 본 오경보: 22건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침수 예측 · 숫자를 말할 때 함께 밝힐 점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심사에서 나올 수 있는 질문에 대한 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정확도만 내세우지 않는다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500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데이터의 92%가 안전(0단계)이라, 무조건 "안전"이라고만 답해도 정확도 92%가 나옵니다. 그래서 Macro F1(0.9232)과 단계별 재현율을 함께 제시합니다.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107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데이터의 3분의 2가 합성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13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기록이 6,412행, 합성이 12,960행입니다. 정답도 규칙으로 붙였기 때문에 점수가 높게 나오는 것이 자연스럽습니다.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20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8737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 데이터를 무작위로 나눔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2760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호우 사건의 앞뒤 시간대가 학습용과 평가용에 나뉘어 들어갔을 수 있습니다. 더 엄격하게 재려면 호우 사건이나 연도 단위로 나눠야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글자 인식 (PaddleOCR)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잘라낸 번호판 이미지에서 글자를 읽는 모델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385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0.9844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61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— 글자 하나도 안 틀린 비율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9385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0.9977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761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유사도 (norm edit dis)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9385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274fps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761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1초에 처리하는 장수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조건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89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모델: PP-OCRv5_mobile_rec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이미지 96,139장 · 20 epoch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직전 버전(v4) 학습 결과에서 이어서 학습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사전: 숫자 10자 + 한글 90여 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방법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389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파일에서 학습용과 평가용 데이터를 따로 지정해, 매 epoch마다 평가용 데이터로 채점했습니다. 위 숫자는 20번의 학습 중 가장 좋았던 19번째 결과입니다.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전체 흐름 테스트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YOLO로 번호판을 찾고 PaddleOCR로 글자를 읽는 실제 사용 방식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EF4F7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38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02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검출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YOLO가 화면에서 번호판 위치를 찾음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938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002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 추적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ByteTrack으로 같은 차를 계속 따라감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938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002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인식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PaddleOCR이 잘라낸 번호판을 읽음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938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52560" y="2002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 확정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프레임의 결과를 투표해 하나로 결정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5844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45대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407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1분간 번호를 확정한 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383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35844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60회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4407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 한 대당 평균 읽기 횟수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0" y="3383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83880" y="35844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0.993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407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글자 확신도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4F4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확신도는 모델이 스스로 매긴 점수이지 정답과 대조한 정확도가 아닙니다. 실제 정확도를 말하려면 결과 영상이나 사진 45장을 보며 직접 세어야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성능을 다시 재는 방법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2286000"/>
          </a:xfrm>
          <a:prstGeom prst="roundRect">
            <a:avLst>
              <a:gd name="adj" fmla="val 3200"/>
            </a:avLst>
          </a:prstGeom>
          <a:solidFill>
            <a:srgbClr val="15203F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205740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침수 예측 (성능 검증 + 모델 저장)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.venv\Scripts\python floodd.py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번호판 영상 테스트 (앞 60초)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.venv_ocr\Scripts\python 번호판_추적실행.py back.mp4 2 60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번호가 표시된 결과 영상 만들기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.venv_ocr\Scripts\python 번호판_영상출력.py back.mp4 60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89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환경이 둘로 나뉘어 있습니다. 침수 예측은 .venv(Python 3.14), 번호판은 .venv_ocr(Python 3.12)을 씁니다. PaddlePaddle이 Python 3.14를 지원하지 않기 때문입니다.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770</Words>
  <Application>Microsoft Office PowerPoint</Application>
  <PresentationFormat>와이드스크린</PresentationFormat>
  <Paragraphs>114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모델 성능 정리</dc:title>
  <dc:subject>PptxGenJS Presentation</dc:subject>
  <dc:creator>침수예측 프로젝트</dc:creator>
  <cp:lastModifiedBy>별이 금</cp:lastModifiedBy>
  <cp:revision>1</cp:revision>
  <dcterms:created xsi:type="dcterms:W3CDTF">2026-09-23T08:04:08Z</dcterms:created>
  <dcterms:modified xsi:type="dcterms:W3CDTF">2026-09-23T08:11:07Z</dcterms:modified>
</cp:coreProperties>
</file>